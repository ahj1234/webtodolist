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0934-013E-CD23-60E2-B8831C39E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1A219-EDA7-7CC6-1FB7-56FC54632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EFBD6-5DC9-2467-58DE-CE43B0400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B1624-F33C-7B90-D3ED-BED5836F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8A51B-A398-7D17-DBCC-B38EFA8B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13215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561D5-C7C2-935C-19BE-D05AFC3F7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B6540-2A34-221C-C172-34C457533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3ECF-3960-CE8D-14A1-05CCFB200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4BC79-9A8D-1AB1-EDF5-AC9B8DB1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EB3A-F73F-68A4-A67D-68BE7751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91445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0EB0-4B85-8166-EF84-D2D518339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FDCB4-33AC-A17D-C285-BF2B71DCD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5DA73-8A97-9321-7FCF-EA769D7D8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F23FB-607A-C480-B258-DCECA039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2A41-2DA8-32F9-C228-B103A82F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3183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7398-97A4-0699-5B03-00A26CE7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6551F-3FEC-ED58-F281-4226A1010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A85F8-1DEA-99E4-805F-DDD51BDC5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B7D3A-2560-0AE4-2FA8-B7B3BDC3F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3D7C4-CAD6-13E6-FDD1-1FC14601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5DB82-B86A-B51D-F2E5-33D5CA67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6811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E25B-00B5-213E-CB53-6F21B4B25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0BF33-AEB6-5226-8BB9-8B2AE6F3D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72A3D-1177-2284-D00C-24D9C0973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22A75C-8C74-952A-4C60-248B3B969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53C3A-46B6-C55E-1348-1B4D7BB9A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8DF62-661F-DDF0-38F0-DA066078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8BF30-4A5D-2935-042D-4EC8CAA7D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E4D82-3686-1017-4FF1-6D7C95C8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0696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5BD3-05F9-6A22-4043-6FF2AA74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FB0B3-CD11-BF0B-652A-6E21D195B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5A448-BB2D-B44B-ECE9-F07080C48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13D25-1E13-6BCD-7DBB-4E8798B6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30517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05AD8-EFE7-8B12-BEDC-FDE33D79C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8FCC28-3664-D056-CE8C-BBE5FFD1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01CE4-7512-7B07-3E7D-1384F248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53019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A6463-23C9-A0DB-CD6B-9A026FC4A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E7E14-875D-FD2F-3C19-423694AE2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0A817-A315-4F44-3C94-6255F78AD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5E740-DABF-A2B2-508D-4130F1A4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AFD98-FE27-E7AD-C343-1A5F4E8BF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0C8F7-BD84-895D-3CB3-CFEBB9B1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6655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35E5-7645-AC34-7ECD-1FB2912A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684466-E616-EBD7-984F-1093B5C1B3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5CEA3-46D5-B1C3-82BD-3D465203C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AEBF6-2B20-D9BD-8A29-E2C72EF8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2F5E2-AD6B-E5F9-040C-92A589767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DDD61-1706-44C7-E071-84744F57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3565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6DDC0-9D20-46C5-726D-375A3F97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0182C-65D9-AB94-B78B-31B1CC21C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86CB2-F8AF-725C-50C5-621192D4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81023-8235-F0CA-2155-0C2CFF56D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C4F16-87E6-D388-9B49-DF57452F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6791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17D05-3897-C831-59D0-ED7CACC3A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CE04F-49A4-94DE-D714-94BBBEE16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5E02D-A2E5-ECB3-98AB-98DD5EC2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D1D06-2E85-35AA-8C0F-65F926E6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6087B-6915-E992-B7CD-EE743CA0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7320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0A447-D9F6-CC19-FC84-D9400719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B3458-1CD9-EA15-2257-B57DFCA6B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A270-ACF6-E7A3-29BD-806F1B9CE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A1C84-44DB-40C1-B05B-F7E62FA725E5}" type="datetimeFigureOut">
              <a:rPr lang="fa-IR" smtClean="0"/>
              <a:t>06/01/1448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32B6B-E3BE-6A30-780B-F9609AD84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3DB21-A336-6EBA-D7C4-90D6F78C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69ACD-89A6-42FE-89C2-A60FD026DD0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2654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43AE58-FF24-6F5E-A2F4-76AF534368B4}"/>
              </a:ext>
            </a:extLst>
          </p:cNvPr>
          <p:cNvSpPr txBox="1"/>
          <p:nvPr/>
        </p:nvSpPr>
        <p:spPr>
          <a:xfrm>
            <a:off x="1884622" y="2705725"/>
            <a:ext cx="8422755" cy="144655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8800" b="1" dirty="0"/>
              <a:t>WEB TO DO LIST</a:t>
            </a:r>
            <a:endParaRPr lang="fa-IR" sz="8800" b="1" dirty="0"/>
          </a:p>
        </p:txBody>
      </p:sp>
    </p:spTree>
    <p:extLst>
      <p:ext uri="{BB962C8B-B14F-4D97-AF65-F5344CB8AC3E}">
        <p14:creationId xmlns:p14="http://schemas.microsoft.com/office/powerpoint/2010/main" val="309242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E1562FCD-6423-D065-3BF6-AAA97187F310}"/>
              </a:ext>
            </a:extLst>
          </p:cNvPr>
          <p:cNvSpPr/>
          <p:nvPr/>
        </p:nvSpPr>
        <p:spPr>
          <a:xfrm>
            <a:off x="310573" y="473426"/>
            <a:ext cx="3653561" cy="1134533"/>
          </a:xfrm>
          <a:prstGeom prst="flowChartInputOutpu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4901D-ADA7-29F3-951E-D80BD2F0CB1F}"/>
              </a:ext>
            </a:extLst>
          </p:cNvPr>
          <p:cNvSpPr txBox="1"/>
          <p:nvPr/>
        </p:nvSpPr>
        <p:spPr>
          <a:xfrm>
            <a:off x="795483" y="869032"/>
            <a:ext cx="267208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/>
              <a:t>User send Get Request Trough http </a:t>
            </a:r>
            <a:endParaRPr lang="fa-IR" sz="12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01C59A-E1D0-A399-B153-2E2FAF0B671F}"/>
              </a:ext>
            </a:extLst>
          </p:cNvPr>
          <p:cNvCxnSpPr>
            <a:cxnSpLocks/>
          </p:cNvCxnSpPr>
          <p:nvPr/>
        </p:nvCxnSpPr>
        <p:spPr>
          <a:xfrm>
            <a:off x="9070186" y="3826226"/>
            <a:ext cx="366368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902E024-AF10-8BC6-D869-7DDD5FAA2745}"/>
              </a:ext>
            </a:extLst>
          </p:cNvPr>
          <p:cNvSpPr/>
          <p:nvPr/>
        </p:nvSpPr>
        <p:spPr>
          <a:xfrm>
            <a:off x="5587810" y="3090331"/>
            <a:ext cx="3482376" cy="143933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fa-I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E444F2-348F-054F-5FA4-B54D1C80C8E7}"/>
              </a:ext>
            </a:extLst>
          </p:cNvPr>
          <p:cNvSpPr txBox="1"/>
          <p:nvPr/>
        </p:nvSpPr>
        <p:spPr>
          <a:xfrm>
            <a:off x="5587810" y="3167390"/>
            <a:ext cx="1258678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b="1" dirty="0"/>
              <a:t>Localhost</a:t>
            </a:r>
          </a:p>
          <a:p>
            <a:r>
              <a:rPr lang="en-US" sz="1400" b="1" dirty="0"/>
              <a:t>Port :5000</a:t>
            </a:r>
          </a:p>
          <a:p>
            <a:r>
              <a:rPr lang="en-US" sz="1400" b="1" dirty="0"/>
              <a:t>Method : GET</a:t>
            </a:r>
            <a:endParaRPr lang="fa-IR" sz="1400" b="1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D57FA945-C6DF-B049-09EF-977660C13BFF}"/>
              </a:ext>
            </a:extLst>
          </p:cNvPr>
          <p:cNvSpPr/>
          <p:nvPr/>
        </p:nvSpPr>
        <p:spPr>
          <a:xfrm>
            <a:off x="6846488" y="3186239"/>
            <a:ext cx="265425" cy="719807"/>
          </a:xfrm>
          <a:prstGeom prst="righ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fa-IR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B080B2-2EED-1E45-6430-ADED954DE6E5}"/>
              </a:ext>
            </a:extLst>
          </p:cNvPr>
          <p:cNvSpPr txBox="1"/>
          <p:nvPr/>
        </p:nvSpPr>
        <p:spPr>
          <a:xfrm>
            <a:off x="7328998" y="3352056"/>
            <a:ext cx="74571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/>
              <a:t>Flask</a:t>
            </a:r>
            <a:endParaRPr lang="fa-I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4E9A47-AC41-FFDC-5F25-2F9B13F159CF}"/>
              </a:ext>
            </a:extLst>
          </p:cNvPr>
          <p:cNvSpPr txBox="1"/>
          <p:nvPr/>
        </p:nvSpPr>
        <p:spPr>
          <a:xfrm>
            <a:off x="5677747" y="4122633"/>
            <a:ext cx="3392439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/>
              <a:t>Flask Return templates/</a:t>
            </a:r>
            <a:r>
              <a:rPr lang="en-US" sz="1200" b="1" dirty="0" err="1"/>
              <a:t>loginpage</a:t>
            </a:r>
            <a:r>
              <a:rPr lang="en-US" sz="1200" b="1" dirty="0"/>
              <a:t>/index.html</a:t>
            </a:r>
            <a:endParaRPr lang="fa-IR" sz="1200" b="1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E621574-BBDE-F789-2050-1D9D2A815485}"/>
              </a:ext>
            </a:extLst>
          </p:cNvPr>
          <p:cNvCxnSpPr>
            <a:cxnSpLocks/>
            <a:stCxn id="16" idx="5"/>
            <a:endCxn id="8" idx="1"/>
          </p:cNvCxnSpPr>
          <p:nvPr/>
        </p:nvCxnSpPr>
        <p:spPr>
          <a:xfrm>
            <a:off x="3598778" y="1040693"/>
            <a:ext cx="1989032" cy="276930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96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6C4D36-BD7E-5398-4B36-768FAA67A513}"/>
              </a:ext>
            </a:extLst>
          </p:cNvPr>
          <p:cNvCxnSpPr>
            <a:cxnSpLocks/>
          </p:cNvCxnSpPr>
          <p:nvPr/>
        </p:nvCxnSpPr>
        <p:spPr>
          <a:xfrm>
            <a:off x="0" y="3826226"/>
            <a:ext cx="13546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F3511A7F-7F29-7439-A5AC-27D2941A1815}"/>
              </a:ext>
            </a:extLst>
          </p:cNvPr>
          <p:cNvSpPr/>
          <p:nvPr/>
        </p:nvSpPr>
        <p:spPr>
          <a:xfrm>
            <a:off x="1075267" y="3131959"/>
            <a:ext cx="3557733" cy="1134533"/>
          </a:xfrm>
          <a:prstGeom prst="flowChartInputOutpu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527E2-DF8C-C65D-7974-851ED252F913}"/>
              </a:ext>
            </a:extLst>
          </p:cNvPr>
          <p:cNvSpPr txBox="1"/>
          <p:nvPr/>
        </p:nvSpPr>
        <p:spPr>
          <a:xfrm>
            <a:off x="1464349" y="3527565"/>
            <a:ext cx="267208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/>
              <a:t>User send Post including password and username </a:t>
            </a:r>
            <a:r>
              <a:rPr lang="en-US" sz="1200" b="1" dirty="0" err="1"/>
              <a:t>vriable</a:t>
            </a:r>
            <a:r>
              <a:rPr lang="en-US" sz="1200" b="1" dirty="0"/>
              <a:t> to flask</a:t>
            </a:r>
            <a:endParaRPr lang="fa-IR" sz="1200" b="1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B5C5392-87A7-BE4D-A5FD-1B3CB4526A76}"/>
              </a:ext>
            </a:extLst>
          </p:cNvPr>
          <p:cNvCxnSpPr>
            <a:cxnSpLocks/>
            <a:stCxn id="9" idx="5"/>
          </p:cNvCxnSpPr>
          <p:nvPr/>
        </p:nvCxnSpPr>
        <p:spPr>
          <a:xfrm flipV="1">
            <a:off x="4277227" y="1109133"/>
            <a:ext cx="2783973" cy="2590093"/>
          </a:xfrm>
          <a:prstGeom prst="bentConnector3">
            <a:avLst>
              <a:gd name="adj1" fmla="val 2901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1DD8F1A-CA83-5F83-2EBE-360C8FBECDA3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4277227" y="3699226"/>
            <a:ext cx="3206674" cy="1081763"/>
          </a:xfrm>
          <a:prstGeom prst="bentConnector3">
            <a:avLst>
              <a:gd name="adj1" fmla="val 3917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676AD25-776C-F364-E67C-39D2B7A0089E}"/>
              </a:ext>
            </a:extLst>
          </p:cNvPr>
          <p:cNvSpPr/>
          <p:nvPr/>
        </p:nvSpPr>
        <p:spPr>
          <a:xfrm>
            <a:off x="7061200" y="389466"/>
            <a:ext cx="3482376" cy="143933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fa-I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CA0AA5-7F47-4549-ED9F-3EE3D9B0FE7B}"/>
              </a:ext>
            </a:extLst>
          </p:cNvPr>
          <p:cNvSpPr txBox="1"/>
          <p:nvPr/>
        </p:nvSpPr>
        <p:spPr>
          <a:xfrm>
            <a:off x="7061200" y="466525"/>
            <a:ext cx="1374351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b="1" dirty="0"/>
              <a:t>Localhost</a:t>
            </a:r>
          </a:p>
          <a:p>
            <a:r>
              <a:rPr lang="en-US" sz="1400" b="1" dirty="0"/>
              <a:t>Port :5000</a:t>
            </a:r>
          </a:p>
          <a:p>
            <a:r>
              <a:rPr lang="en-US" sz="1400" b="1" dirty="0"/>
              <a:t>Method : POST</a:t>
            </a:r>
            <a:endParaRPr lang="fa-IR" sz="1400" b="1" dirty="0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D05402E7-7870-A189-98AC-4032AFA38575}"/>
              </a:ext>
            </a:extLst>
          </p:cNvPr>
          <p:cNvSpPr/>
          <p:nvPr/>
        </p:nvSpPr>
        <p:spPr>
          <a:xfrm>
            <a:off x="8435551" y="466525"/>
            <a:ext cx="265425" cy="738664"/>
          </a:xfrm>
          <a:prstGeom prst="righ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fa-IR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2D8DA8-2908-3683-944A-A3353DD27B9C}"/>
              </a:ext>
            </a:extLst>
          </p:cNvPr>
          <p:cNvSpPr txBox="1"/>
          <p:nvPr/>
        </p:nvSpPr>
        <p:spPr>
          <a:xfrm>
            <a:off x="9065219" y="637345"/>
            <a:ext cx="74571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/>
              <a:t>Flask</a:t>
            </a:r>
            <a:endParaRPr lang="fa-IR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E79C89-A88A-24CA-F826-CCC746EB199A}"/>
              </a:ext>
            </a:extLst>
          </p:cNvPr>
          <p:cNvSpPr txBox="1"/>
          <p:nvPr/>
        </p:nvSpPr>
        <p:spPr>
          <a:xfrm>
            <a:off x="7151137" y="1421768"/>
            <a:ext cx="3392439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/>
              <a:t>Flask Return templates/dashboard/index.html</a:t>
            </a:r>
            <a:endParaRPr lang="fa-IR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0666F7-8BD9-FD11-2BD5-77DBF4285B96}"/>
              </a:ext>
            </a:extLst>
          </p:cNvPr>
          <p:cNvSpPr txBox="1"/>
          <p:nvPr/>
        </p:nvSpPr>
        <p:spPr>
          <a:xfrm>
            <a:off x="5082312" y="822011"/>
            <a:ext cx="1713463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/>
              <a:t>If credential is correct</a:t>
            </a:r>
            <a:endParaRPr lang="fa-IR" sz="12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2BAF41-09DD-B64D-72D4-E50CCF8B8BE6}"/>
              </a:ext>
            </a:extLst>
          </p:cNvPr>
          <p:cNvSpPr/>
          <p:nvPr/>
        </p:nvSpPr>
        <p:spPr>
          <a:xfrm>
            <a:off x="7483901" y="4114317"/>
            <a:ext cx="3482376" cy="143933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fa-I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A4E0AB-5D00-162A-225F-568597BDA5F3}"/>
              </a:ext>
            </a:extLst>
          </p:cNvPr>
          <p:cNvSpPr txBox="1"/>
          <p:nvPr/>
        </p:nvSpPr>
        <p:spPr>
          <a:xfrm>
            <a:off x="7483901" y="4191376"/>
            <a:ext cx="1374351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b="1" dirty="0"/>
              <a:t>Localhost</a:t>
            </a:r>
          </a:p>
          <a:p>
            <a:r>
              <a:rPr lang="en-US" sz="1400" b="1" dirty="0"/>
              <a:t>Port :5000</a:t>
            </a:r>
          </a:p>
          <a:p>
            <a:r>
              <a:rPr lang="en-US" sz="1400" b="1" dirty="0"/>
              <a:t>Method : POST</a:t>
            </a:r>
            <a:endParaRPr lang="fa-IR" sz="1400" b="1" dirty="0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9D01DED7-D988-B7D5-69DF-90A46956B49B}"/>
              </a:ext>
            </a:extLst>
          </p:cNvPr>
          <p:cNvSpPr/>
          <p:nvPr/>
        </p:nvSpPr>
        <p:spPr>
          <a:xfrm>
            <a:off x="8858252" y="4191376"/>
            <a:ext cx="265425" cy="738664"/>
          </a:xfrm>
          <a:prstGeom prst="righ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fa-IR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19777A-5CEE-F4A1-33F8-8F4F1CC46672}"/>
              </a:ext>
            </a:extLst>
          </p:cNvPr>
          <p:cNvSpPr txBox="1"/>
          <p:nvPr/>
        </p:nvSpPr>
        <p:spPr>
          <a:xfrm>
            <a:off x="9487920" y="4362196"/>
            <a:ext cx="74571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/>
              <a:t>Flask</a:t>
            </a:r>
            <a:endParaRPr lang="fa-IR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5B40D1-B8B4-56DC-877C-7B1F516F299F}"/>
              </a:ext>
            </a:extLst>
          </p:cNvPr>
          <p:cNvSpPr txBox="1"/>
          <p:nvPr/>
        </p:nvSpPr>
        <p:spPr>
          <a:xfrm>
            <a:off x="7578006" y="5007099"/>
            <a:ext cx="329416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/>
              <a:t>Flask Return Pop up by </a:t>
            </a:r>
            <a:r>
              <a:rPr lang="en-US" sz="1200" b="1" dirty="0" err="1"/>
              <a:t>js</a:t>
            </a:r>
            <a:r>
              <a:rPr lang="en-US" sz="1200" b="1" dirty="0"/>
              <a:t> writing wrong user or pass </a:t>
            </a:r>
            <a:endParaRPr lang="fa-IR" sz="1200" b="1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6D9596E-A297-15C9-051E-0F596A2DD798}"/>
              </a:ext>
            </a:extLst>
          </p:cNvPr>
          <p:cNvCxnSpPr>
            <a:cxnSpLocks/>
            <a:stCxn id="26" idx="2"/>
            <a:endCxn id="9" idx="3"/>
          </p:cNvCxnSpPr>
          <p:nvPr/>
        </p:nvCxnSpPr>
        <p:spPr>
          <a:xfrm rot="5400000" flipH="1">
            <a:off x="5218145" y="1546708"/>
            <a:ext cx="1287159" cy="6726729"/>
          </a:xfrm>
          <a:prstGeom prst="bentConnector3">
            <a:avLst>
              <a:gd name="adj1" fmla="val -1776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56C4810-20F9-0514-4AC4-22927C8ACE72}"/>
              </a:ext>
            </a:extLst>
          </p:cNvPr>
          <p:cNvSpPr txBox="1"/>
          <p:nvPr/>
        </p:nvSpPr>
        <p:spPr>
          <a:xfrm>
            <a:off x="5537611" y="4503990"/>
            <a:ext cx="1844878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/>
              <a:t>If credential is incorrect</a:t>
            </a:r>
            <a:endParaRPr lang="fa-IR" sz="1200" b="1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F1128A3-802A-C061-0A40-1F4800D7AFFF}"/>
              </a:ext>
            </a:extLst>
          </p:cNvPr>
          <p:cNvCxnSpPr>
            <a:cxnSpLocks/>
          </p:cNvCxnSpPr>
          <p:nvPr/>
        </p:nvCxnSpPr>
        <p:spPr>
          <a:xfrm>
            <a:off x="10543576" y="1108426"/>
            <a:ext cx="1902424" cy="7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91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552E5-4F70-A97E-E0E9-71A36A5AA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D3D4682E-F404-C94A-3FE3-7EAC94F366C5}"/>
              </a:ext>
            </a:extLst>
          </p:cNvPr>
          <p:cNvSpPr/>
          <p:nvPr/>
        </p:nvSpPr>
        <p:spPr>
          <a:xfrm>
            <a:off x="1132782" y="541159"/>
            <a:ext cx="3653561" cy="1134533"/>
          </a:xfrm>
          <a:prstGeom prst="flowChartInputOutpu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97101-B237-F20B-CCD0-D6DB4433BBFF}"/>
              </a:ext>
            </a:extLst>
          </p:cNvPr>
          <p:cNvSpPr txBox="1"/>
          <p:nvPr/>
        </p:nvSpPr>
        <p:spPr>
          <a:xfrm>
            <a:off x="1655774" y="969925"/>
            <a:ext cx="267208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/>
              <a:t>User send Get Request Trough http </a:t>
            </a:r>
            <a:endParaRPr lang="fa-IR" sz="12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58998C-BC17-55D4-42FA-F7C453DA490B}"/>
              </a:ext>
            </a:extLst>
          </p:cNvPr>
          <p:cNvCxnSpPr>
            <a:cxnSpLocks/>
          </p:cNvCxnSpPr>
          <p:nvPr/>
        </p:nvCxnSpPr>
        <p:spPr>
          <a:xfrm>
            <a:off x="0" y="1108426"/>
            <a:ext cx="149013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67DE560-218F-E0E0-00BD-EE8937327FAD}"/>
              </a:ext>
            </a:extLst>
          </p:cNvPr>
          <p:cNvSpPr/>
          <p:nvPr/>
        </p:nvSpPr>
        <p:spPr>
          <a:xfrm>
            <a:off x="5494677" y="3081864"/>
            <a:ext cx="3482376" cy="143933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fa-IR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B5EFE-0988-CF3C-CA50-3F154FCF8792}"/>
              </a:ext>
            </a:extLst>
          </p:cNvPr>
          <p:cNvSpPr txBox="1"/>
          <p:nvPr/>
        </p:nvSpPr>
        <p:spPr>
          <a:xfrm>
            <a:off x="5587810" y="3167390"/>
            <a:ext cx="1258678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b="1" dirty="0"/>
              <a:t>Localhost</a:t>
            </a:r>
          </a:p>
          <a:p>
            <a:r>
              <a:rPr lang="en-US" sz="1400" b="1" dirty="0"/>
              <a:t>Port :5000</a:t>
            </a:r>
          </a:p>
          <a:p>
            <a:r>
              <a:rPr lang="en-US" sz="1400" b="1" dirty="0"/>
              <a:t>Method : GET</a:t>
            </a:r>
            <a:endParaRPr lang="fa-IR" sz="1400" b="1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A88E9F0-4369-788D-BF6B-AF2333EF8F7B}"/>
              </a:ext>
            </a:extLst>
          </p:cNvPr>
          <p:cNvSpPr/>
          <p:nvPr/>
        </p:nvSpPr>
        <p:spPr>
          <a:xfrm>
            <a:off x="6846488" y="3186239"/>
            <a:ext cx="265425" cy="719807"/>
          </a:xfrm>
          <a:prstGeom prst="righ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fa-IR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E6A248-9B9E-8D79-D1C3-9A6AB990648A}"/>
              </a:ext>
            </a:extLst>
          </p:cNvPr>
          <p:cNvSpPr txBox="1"/>
          <p:nvPr/>
        </p:nvSpPr>
        <p:spPr>
          <a:xfrm>
            <a:off x="7328998" y="3352056"/>
            <a:ext cx="74571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/>
              <a:t>Flask</a:t>
            </a:r>
            <a:endParaRPr lang="fa-I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A938E-1E01-29FE-3AAF-6CEF79921DE7}"/>
              </a:ext>
            </a:extLst>
          </p:cNvPr>
          <p:cNvSpPr txBox="1"/>
          <p:nvPr/>
        </p:nvSpPr>
        <p:spPr>
          <a:xfrm>
            <a:off x="5677747" y="4122633"/>
            <a:ext cx="3392439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/>
              <a:t>Flask Return templates/</a:t>
            </a:r>
            <a:r>
              <a:rPr lang="en-US" sz="1200" b="1" dirty="0" err="1"/>
              <a:t>loginpage</a:t>
            </a:r>
            <a:r>
              <a:rPr lang="en-US" sz="1200" b="1" dirty="0"/>
              <a:t>/index.html</a:t>
            </a:r>
            <a:endParaRPr lang="fa-IR" sz="1200" b="1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6109B23-D842-79E1-7710-EAC3DF38D7CB}"/>
              </a:ext>
            </a:extLst>
          </p:cNvPr>
          <p:cNvCxnSpPr>
            <a:cxnSpLocks/>
            <a:stCxn id="16" idx="5"/>
            <a:endCxn id="8" idx="1"/>
          </p:cNvCxnSpPr>
          <p:nvPr/>
        </p:nvCxnSpPr>
        <p:spPr>
          <a:xfrm>
            <a:off x="4420987" y="1108426"/>
            <a:ext cx="1073690" cy="269310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48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104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Jafari Amirhosein</dc:creator>
  <cp:lastModifiedBy>Jafari Amirhosein</cp:lastModifiedBy>
  <cp:revision>2</cp:revision>
  <dcterms:created xsi:type="dcterms:W3CDTF">2026-06-19T13:38:58Z</dcterms:created>
  <dcterms:modified xsi:type="dcterms:W3CDTF">2026-06-21T05:11:17Z</dcterms:modified>
</cp:coreProperties>
</file>